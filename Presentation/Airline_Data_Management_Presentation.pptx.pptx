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59" r:id="rId6"/>
    <p:sldId id="268" r:id="rId7"/>
    <p:sldId id="260" r:id="rId8"/>
    <p:sldId id="273" r:id="rId9"/>
    <p:sldId id="274" r:id="rId10"/>
    <p:sldId id="272" r:id="rId11"/>
    <p:sldId id="262" r:id="rId12"/>
    <p:sldId id="270" r:id="rId13"/>
    <p:sldId id="263" r:id="rId14"/>
    <p:sldId id="271" r:id="rId15"/>
    <p:sldId id="275" r:id="rId16"/>
    <p:sldId id="265" r:id="rId17"/>
    <p:sldId id="27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/>
              <a:t>Airline Data Management and Analysis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6745" y="3931920"/>
            <a:ext cx="4016326" cy="2500532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algn="l"/>
            <a:r>
              <a:rPr lang="en-GB" b="1" dirty="0"/>
              <a:t>Prepared By:</a:t>
            </a:r>
            <a:r>
              <a:rPr lang="en-GB" dirty="0"/>
              <a:t> </a:t>
            </a:r>
            <a:r>
              <a:rPr lang="en-GB" dirty="0" err="1"/>
              <a:t>Botta</a:t>
            </a:r>
            <a:r>
              <a:rPr lang="en-GB" dirty="0"/>
              <a:t> Lokesh</a:t>
            </a:r>
          </a:p>
          <a:p>
            <a:pPr algn="l"/>
            <a:r>
              <a:rPr lang="en-GB" b="1" dirty="0"/>
              <a:t>Tools Used:</a:t>
            </a:r>
            <a:endParaRPr lang="en-GB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Power BI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Power Query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DAX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The airline industry handles large volumes of flight, passenger, and ticketing data.</a:t>
            </a:r>
          </a:p>
          <a:p>
            <a:pPr marL="0" indent="0">
              <a:buNone/>
            </a:pPr>
            <a:r>
              <a:rPr lang="en-GB" dirty="0"/>
              <a:t>Challenges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Monitoring flight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Managing passenger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Tracking booking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Identifying operational improvements </a:t>
            </a:r>
          </a:p>
          <a:p>
            <a:pPr marL="0" indent="0">
              <a:buNone/>
            </a:pPr>
            <a:r>
              <a:rPr lang="en-GB" dirty="0"/>
              <a:t>This project </a:t>
            </a:r>
            <a:r>
              <a:rPr lang="en-GB" dirty="0" err="1"/>
              <a:t>analyzes</a:t>
            </a:r>
            <a:r>
              <a:rPr lang="en-GB" dirty="0"/>
              <a:t> airline operations using Power BI to provide actionable insights and improve decision-making.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F4C3-6C43-4401-8EEF-EECD048A13E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9572-024C-46BF-974C-B8BB3C4AD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335"/>
            <a:ext cx="8229600" cy="4525963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Analyze</a:t>
            </a:r>
            <a:r>
              <a:rPr lang="en-GB" dirty="0"/>
              <a:t> flight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Track passenger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Monitor ticket booking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Identify best-performing flights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Compare airline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an interactive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Support data-driven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43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528A-8AE5-40E9-B9B2-14F7C1BAADA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5826-3E52-47CA-A730-F05A8D37E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3566160" cy="2043332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800" b="1" dirty="0"/>
              <a:t>Flight Information</a:t>
            </a: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600" b="0" i="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FlightID</a:t>
            </a:r>
            <a:endParaRPr lang="en-IN" sz="2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600" b="0" i="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FlightNumber</a:t>
            </a:r>
            <a:endParaRPr lang="en-IN" sz="2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Airline</a:t>
            </a:r>
            <a:endParaRPr lang="en-IN" sz="2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Destination</a:t>
            </a:r>
            <a:endParaRPr lang="en-IN" sz="2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Status</a:t>
            </a:r>
            <a:endParaRPr lang="en-IN" sz="26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CEAA2-1145-4039-9909-EB25C39F2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3876822" cy="20433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800" b="1" dirty="0"/>
              <a:t>Passenger Information</a:t>
            </a: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400" b="0" i="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PassengerID</a:t>
            </a:r>
            <a:endParaRPr lang="en-IN" sz="24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400" b="0" i="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FlightID</a:t>
            </a:r>
            <a:endParaRPr lang="en-IN" sz="24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2400" b="0" i="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SeatNumber</a:t>
            </a:r>
            <a:endParaRPr lang="en-IN" sz="24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1B71-4873-40C8-88A6-8B506DD31A94}"/>
              </a:ext>
            </a:extLst>
          </p:cNvPr>
          <p:cNvSpPr txBox="1"/>
          <p:nvPr/>
        </p:nvSpPr>
        <p:spPr>
          <a:xfrm>
            <a:off x="3130061" y="4014540"/>
            <a:ext cx="325667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Font typeface="Arial"/>
            </a:pPr>
            <a:r>
              <a:rPr lang="en-IN" sz="2800" b="1" dirty="0"/>
              <a:t>Ticket Information</a:t>
            </a:r>
          </a:p>
          <a:p>
            <a:pPr marL="285750" indent="-28575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 err="1"/>
              <a:t>TicketID</a:t>
            </a:r>
            <a:endParaRPr lang="en-IN" sz="2400" dirty="0"/>
          </a:p>
          <a:p>
            <a:pPr marL="285750" indent="-28575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 err="1"/>
              <a:t>FlightID</a:t>
            </a:r>
            <a:endParaRPr lang="en-IN" sz="2400" dirty="0"/>
          </a:p>
          <a:p>
            <a:pPr marL="285750" indent="-28575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 err="1"/>
              <a:t>BookingStatus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5966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Data Cleaning &amp; Transformation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Power Query Operations</a:t>
            </a:r>
          </a:p>
          <a:p>
            <a:pPr marL="0" indent="0">
              <a:buNone/>
            </a:pPr>
            <a:r>
              <a:rPr lang="en-IN" dirty="0"/>
              <a:t>✔ Removed duplicate records</a:t>
            </a:r>
          </a:p>
          <a:p>
            <a:pPr marL="0" indent="0">
              <a:buNone/>
            </a:pPr>
            <a:r>
              <a:rPr lang="en-IN" dirty="0"/>
              <a:t>✔ Removed blank rows</a:t>
            </a:r>
          </a:p>
          <a:p>
            <a:pPr marL="0" indent="0">
              <a:buNone/>
            </a:pPr>
            <a:r>
              <a:rPr lang="en-IN" dirty="0"/>
              <a:t>✔ Removed errors</a:t>
            </a:r>
          </a:p>
          <a:p>
            <a:pPr marL="0" indent="0">
              <a:buNone/>
            </a:pPr>
            <a:r>
              <a:rPr lang="en-IN" dirty="0"/>
              <a:t>✔ Changed data types</a:t>
            </a:r>
          </a:p>
          <a:p>
            <a:pPr marL="0" indent="0">
              <a:buNone/>
            </a:pPr>
            <a:r>
              <a:rPr lang="en-IN" dirty="0"/>
              <a:t>✔ Selected required columns</a:t>
            </a:r>
          </a:p>
          <a:p>
            <a:pPr marL="0" indent="0">
              <a:buNone/>
            </a:pPr>
            <a:r>
              <a:rPr lang="en-IN" dirty="0"/>
              <a:t>✔ Created Conditional Column</a:t>
            </a:r>
          </a:p>
          <a:p>
            <a:pPr marL="0" indent="0">
              <a:buNone/>
            </a:pPr>
            <a:r>
              <a:rPr lang="en-IN" dirty="0"/>
              <a:t>✔ Extracted Flight Number using Column From Examples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99EA74-9107-4230-8974-C0EE73FDA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43000"/>
            <a:ext cx="3060699" cy="3743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BA7310-09B4-4D57-B070-F4F269A70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129" y="1143000"/>
            <a:ext cx="2774658" cy="3743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F100FB-60C1-4000-ABBE-06C06B25E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214" y="1143000"/>
            <a:ext cx="2610143" cy="374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2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/>
              <a:t>Data Modeling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6B42962-AE02-4885-BEED-2DC7C8D04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18" y="1541122"/>
            <a:ext cx="8707902" cy="3272519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8E802B-22C9-4A35-83B2-219EE728A5A4}"/>
              </a:ext>
            </a:extLst>
          </p:cNvPr>
          <p:cNvSpPr txBox="1"/>
          <p:nvPr/>
        </p:nvSpPr>
        <p:spPr>
          <a:xfrm>
            <a:off x="647700" y="5152936"/>
            <a:ext cx="4572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/>
              <a:t>Key:</a:t>
            </a:r>
          </a:p>
          <a:p>
            <a:r>
              <a:rPr lang="en-GB" sz="2400" dirty="0" err="1"/>
              <a:t>FlightID</a:t>
            </a:r>
            <a:endParaRPr lang="en-GB" sz="2400" dirty="0"/>
          </a:p>
          <a:p>
            <a:r>
              <a:rPr lang="en-GB" sz="2400" b="1" dirty="0"/>
              <a:t>Cardinality:</a:t>
            </a:r>
          </a:p>
          <a:p>
            <a:r>
              <a:rPr lang="en-GB" sz="2400" dirty="0"/>
              <a:t>One-to-Many Relationship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1E69-5790-43DD-9EBE-5E7832D6FB6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DAX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43065-4970-4B0F-8632-C9F7391B354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r>
              <a:rPr lang="en-GB" dirty="0"/>
              <a:t>Total Flights =</a:t>
            </a:r>
          </a:p>
          <a:p>
            <a:pPr marL="0" indent="0">
              <a:buNone/>
            </a:pPr>
            <a:r>
              <a:rPr lang="en-GB" dirty="0"/>
              <a:t>        COUNT(</a:t>
            </a:r>
            <a:r>
              <a:rPr lang="en-GB" dirty="0" err="1"/>
              <a:t>flight_information</a:t>
            </a:r>
            <a:r>
              <a:rPr lang="en-GB" dirty="0"/>
              <a:t>[</a:t>
            </a:r>
            <a:r>
              <a:rPr lang="en-GB" dirty="0" err="1"/>
              <a:t>FlightID</a:t>
            </a:r>
            <a:r>
              <a:rPr lang="en-GB" dirty="0"/>
              <a:t>])</a:t>
            </a:r>
          </a:p>
          <a:p>
            <a:endParaRPr lang="en-GB" dirty="0"/>
          </a:p>
          <a:p>
            <a:r>
              <a:rPr lang="en-GB" dirty="0"/>
              <a:t>Total Passengers =</a:t>
            </a:r>
          </a:p>
          <a:p>
            <a:pPr marL="0" indent="0">
              <a:buNone/>
            </a:pPr>
            <a:r>
              <a:rPr lang="en-GB" dirty="0"/>
              <a:t>       COUNT(</a:t>
            </a:r>
            <a:r>
              <a:rPr lang="en-GB" dirty="0" err="1"/>
              <a:t>passenger_information</a:t>
            </a:r>
            <a:r>
              <a:rPr lang="en-GB" dirty="0"/>
              <a:t>[</a:t>
            </a:r>
            <a:r>
              <a:rPr lang="en-GB" dirty="0" err="1"/>
              <a:t>PassengerID</a:t>
            </a:r>
            <a:r>
              <a:rPr lang="en-GB" dirty="0"/>
              <a:t>])</a:t>
            </a:r>
          </a:p>
          <a:p>
            <a:endParaRPr lang="en-GB" dirty="0"/>
          </a:p>
          <a:p>
            <a:r>
              <a:rPr lang="en-GB" dirty="0"/>
              <a:t>Total Tickets =</a:t>
            </a:r>
          </a:p>
          <a:p>
            <a:pPr marL="0" indent="0">
              <a:buNone/>
            </a:pPr>
            <a:r>
              <a:rPr lang="en-GB" dirty="0"/>
              <a:t>         COUNT(</a:t>
            </a:r>
            <a:r>
              <a:rPr lang="en-GB" dirty="0" err="1"/>
              <a:t>ticket_information</a:t>
            </a:r>
            <a:r>
              <a:rPr lang="en-GB" dirty="0"/>
              <a:t>[</a:t>
            </a:r>
            <a:r>
              <a:rPr lang="en-GB" dirty="0" err="1"/>
              <a:t>TicketID</a:t>
            </a:r>
            <a:r>
              <a:rPr lang="en-GB" dirty="0"/>
              <a:t>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24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ADAA-45B3-457B-84AC-F352F312B15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Flight Performance Measures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6492-782A-49DD-8FC5-29359A9EB29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en-GB" dirty="0"/>
              <a:t>Best Flights =</a:t>
            </a:r>
          </a:p>
          <a:p>
            <a:pPr marL="0" indent="0" algn="just">
              <a:buNone/>
            </a:pPr>
            <a:r>
              <a:rPr lang="en-GB" dirty="0"/>
              <a:t>                               CALCULATE(COUNT(</a:t>
            </a:r>
            <a:r>
              <a:rPr lang="en-GB" dirty="0" err="1"/>
              <a:t>flight_information</a:t>
            </a:r>
            <a:r>
              <a:rPr lang="en-GB" dirty="0"/>
              <a:t>[</a:t>
            </a:r>
            <a:r>
              <a:rPr lang="en-GB" dirty="0" err="1"/>
              <a:t>FlightID</a:t>
            </a:r>
            <a:r>
              <a:rPr lang="en-GB" dirty="0"/>
              <a:t>]),</a:t>
            </a:r>
          </a:p>
          <a:p>
            <a:pPr marL="0" indent="0" algn="just">
              <a:buNone/>
            </a:pPr>
            <a:r>
              <a:rPr lang="en-GB" dirty="0" err="1"/>
              <a:t>flight_information</a:t>
            </a:r>
            <a:r>
              <a:rPr lang="en-GB" dirty="0"/>
              <a:t>[Custom] = "Best")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Delayed Flights =</a:t>
            </a:r>
          </a:p>
          <a:p>
            <a:pPr marL="0" indent="0">
              <a:buNone/>
            </a:pPr>
            <a:r>
              <a:rPr lang="en-GB" dirty="0"/>
              <a:t>CALCULATE(COUNT(</a:t>
            </a:r>
            <a:r>
              <a:rPr lang="en-GB" dirty="0" err="1"/>
              <a:t>flight_information</a:t>
            </a:r>
            <a:r>
              <a:rPr lang="en-GB" dirty="0"/>
              <a:t>[</a:t>
            </a:r>
            <a:r>
              <a:rPr lang="en-GB" dirty="0" err="1"/>
              <a:t>FlightID</a:t>
            </a:r>
            <a:r>
              <a:rPr lang="en-GB" dirty="0"/>
              <a:t>]),</a:t>
            </a:r>
          </a:p>
          <a:p>
            <a:pPr marL="0" indent="0">
              <a:buNone/>
            </a:pPr>
            <a:r>
              <a:rPr lang="en-GB" dirty="0" err="1"/>
              <a:t>flight_information</a:t>
            </a:r>
            <a:r>
              <a:rPr lang="en-GB" dirty="0"/>
              <a:t>[Status] = "Delayed")</a:t>
            </a:r>
          </a:p>
          <a:p>
            <a:endParaRPr lang="en-GB" dirty="0"/>
          </a:p>
          <a:p>
            <a:r>
              <a:rPr lang="en-GB" dirty="0"/>
              <a:t>Cancelled Flights =</a:t>
            </a:r>
          </a:p>
          <a:p>
            <a:pPr marL="0" indent="0">
              <a:buNone/>
            </a:pPr>
            <a:r>
              <a:rPr lang="en-GB" dirty="0"/>
              <a:t>CALCULATE(COUNT(</a:t>
            </a:r>
            <a:r>
              <a:rPr lang="en-GB" dirty="0" err="1"/>
              <a:t>flight_information</a:t>
            </a:r>
            <a:r>
              <a:rPr lang="en-GB" dirty="0"/>
              <a:t>[</a:t>
            </a:r>
            <a:r>
              <a:rPr lang="en-GB" dirty="0" err="1"/>
              <a:t>FlightID</a:t>
            </a:r>
            <a:r>
              <a:rPr lang="en-GB" dirty="0"/>
              <a:t>]),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flight_information</a:t>
            </a:r>
            <a:r>
              <a:rPr lang="en-GB" dirty="0"/>
              <a:t>[Status] = "Cancelled“)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90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BAAD-85FC-4DFD-86CA-E5135AED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7738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/>
              <a:t>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31F5A9-B5B4-47E1-94DE-A5825F62B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00" y="1380844"/>
            <a:ext cx="8974294" cy="4969156"/>
          </a:xfrm>
        </p:spPr>
      </p:pic>
    </p:spTree>
    <p:extLst>
      <p:ext uri="{BB962C8B-B14F-4D97-AF65-F5344CB8AC3E}">
        <p14:creationId xmlns:p14="http://schemas.microsoft.com/office/powerpoint/2010/main" val="185469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/>
              <a:t>Dashboard </a:t>
            </a:r>
            <a:r>
              <a:rPr lang="en-GB" dirty="0"/>
              <a:t>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dirty="0"/>
              <a:t>KPI Cards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11F4D0-E703-4AA5-ADB6-8058BF3A7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742602"/>
              </p:ext>
            </p:extLst>
          </p:nvPr>
        </p:nvGraphicFramePr>
        <p:xfrm>
          <a:off x="457200" y="2583021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36153055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946728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976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Total Flights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78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Best Flights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99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Total Tickets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Cancelled Flights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7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Delayed Flights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14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Total Passengers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6138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94D2-6BEC-4700-9482-1CB6973617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Visualizations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AB45-3652-4CBF-8ED9-96959811FE4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Passenger Count by Airline</a:t>
            </a:r>
          </a:p>
          <a:p>
            <a:r>
              <a:rPr lang="en-GB" dirty="0"/>
              <a:t>Shows passenger distribution among airlines.</a:t>
            </a:r>
          </a:p>
          <a:p>
            <a:pPr marL="0" indent="0">
              <a:buNone/>
            </a:pPr>
            <a:r>
              <a:rPr lang="en-GB" b="1" dirty="0"/>
              <a:t>Ticket Booking Status</a:t>
            </a:r>
          </a:p>
          <a:p>
            <a:r>
              <a:rPr lang="en-GB" dirty="0"/>
              <a:t>Displays Confirmed, Cancelled, and Pending bookings.</a:t>
            </a:r>
          </a:p>
          <a:p>
            <a:pPr marL="0" indent="0">
              <a:buNone/>
            </a:pPr>
            <a:r>
              <a:rPr lang="en-GB" b="1" dirty="0"/>
              <a:t>Flight Count by Airline and Destination</a:t>
            </a:r>
          </a:p>
          <a:p>
            <a:r>
              <a:rPr lang="en-GB" dirty="0"/>
              <a:t>Compares airline performance across destinations.</a:t>
            </a:r>
          </a:p>
          <a:p>
            <a:pPr marL="0" indent="0">
              <a:buNone/>
            </a:pPr>
            <a:r>
              <a:rPr lang="en-GB" b="1" dirty="0"/>
              <a:t>Interactive Slicers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Airline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Destination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Flight Performance</a:t>
            </a:r>
          </a:p>
        </p:txBody>
      </p:sp>
    </p:spTree>
    <p:extLst>
      <p:ext uri="{BB962C8B-B14F-4D97-AF65-F5344CB8AC3E}">
        <p14:creationId xmlns:p14="http://schemas.microsoft.com/office/powerpoint/2010/main" val="2767268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Key Findings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335"/>
            <a:ext cx="8229600" cy="4525963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Airline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Airline D operates the highest number of flights (</a:t>
            </a:r>
            <a:r>
              <a:rPr lang="en-GB" b="1" dirty="0"/>
              <a:t>62 flights</a:t>
            </a:r>
            <a:r>
              <a:rPr lang="en-GB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Airline A operates </a:t>
            </a:r>
            <a:r>
              <a:rPr lang="en-GB" b="1" dirty="0"/>
              <a:t>48 flights</a:t>
            </a:r>
            <a:r>
              <a:rPr lang="en-GB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Airline C operates </a:t>
            </a:r>
            <a:r>
              <a:rPr lang="en-GB" b="1" dirty="0"/>
              <a:t>49 flights</a:t>
            </a:r>
            <a:r>
              <a:rPr lang="en-GB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Airline B operates </a:t>
            </a:r>
            <a:r>
              <a:rPr lang="en-GB" b="1" dirty="0"/>
              <a:t>41 flights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b="1" dirty="0"/>
              <a:t>Flight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Best Flights = </a:t>
            </a:r>
            <a:r>
              <a:rPr lang="en-GB" b="1" dirty="0"/>
              <a:t>82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Delayed Flights = </a:t>
            </a:r>
            <a:r>
              <a:rPr lang="en-GB" b="1" dirty="0"/>
              <a:t>58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Cancelled Flights = </a:t>
            </a:r>
            <a:r>
              <a:rPr lang="en-GB" b="1" dirty="0"/>
              <a:t>60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9F74A-E299-45E1-9F16-1E2F6FBB59C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Passenger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Airline A has the highest passenger count (</a:t>
            </a:r>
            <a:r>
              <a:rPr lang="en-GB" b="1" dirty="0"/>
              <a:t>30 passengers</a:t>
            </a:r>
            <a:r>
              <a:rPr lang="en-GB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Airline D follows with </a:t>
            </a:r>
            <a:r>
              <a:rPr lang="en-GB" b="1" dirty="0"/>
              <a:t>28 passengers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b="1" dirty="0"/>
              <a:t>Booking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Cancelled bookings: </a:t>
            </a:r>
            <a:r>
              <a:rPr lang="en-GB" b="1" dirty="0"/>
              <a:t>19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Confirmed bookings: </a:t>
            </a:r>
            <a:r>
              <a:rPr lang="en-GB" b="1" dirty="0"/>
              <a:t>17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bookings: </a:t>
            </a:r>
            <a:r>
              <a:rPr lang="en-GB" b="1" dirty="0"/>
              <a:t>14</a:t>
            </a:r>
            <a:endParaRPr lang="en-GB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9D5-7F7B-49DD-BC58-8241769BBA17}"/>
              </a:ext>
            </a:extLst>
          </p:cNvPr>
          <p:cNvSpPr txBox="1"/>
          <p:nvPr/>
        </p:nvSpPr>
        <p:spPr>
          <a:xfrm>
            <a:off x="675249" y="362504"/>
            <a:ext cx="761062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4400" dirty="0"/>
              <a:t>Key Findings</a:t>
            </a:r>
          </a:p>
        </p:txBody>
      </p:sp>
    </p:spTree>
    <p:extLst>
      <p:ext uri="{BB962C8B-B14F-4D97-AF65-F5344CB8AC3E}">
        <p14:creationId xmlns:p14="http://schemas.microsoft.com/office/powerpoint/2010/main" val="27153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38B3-1D9B-48B5-A8CE-2B06AE8EC27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1C359-14F3-41E3-A108-B9EB919D48F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b="1" dirty="0"/>
              <a:t>Benefits of the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Centralized airline data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Improved flight performance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Better booking trend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Enhanced operational visibility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Faster decision-making using interactive reports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4312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Project 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335"/>
            <a:ext cx="8229600" cy="452596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This project demonstrates the use of Power BI for transforming raw airline operational data into actionable business insights. Through data cleaning, </a:t>
            </a:r>
            <a:r>
              <a:rPr lang="en-GB" sz="2800" dirty="0" err="1"/>
              <a:t>modeling</a:t>
            </a:r>
            <a:r>
              <a:rPr lang="en-GB" sz="2800" dirty="0"/>
              <a:t>, DAX calculations, interactive dashboards, and security implementation, the solution enables efficient monitoring of flight performance, passenger management, and booking trends. The dashboard supports data-driven decision-making and provides a scalable foundation for future airline analytics initiatives.</a:t>
            </a:r>
            <a:endParaRPr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D0BA-9BE3-4225-A0F9-DEF81E95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25004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45430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522</Words>
  <Application>Microsoft Office PowerPoint</Application>
  <PresentationFormat>On-screen Show (4:3)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Airline Data Management and Analysis Using Power BI</vt:lpstr>
      <vt:lpstr>Problem Statement</vt:lpstr>
      <vt:lpstr>Project Objectives</vt:lpstr>
      <vt:lpstr>Datasets Used</vt:lpstr>
      <vt:lpstr>Data Cleaning &amp; Transformation</vt:lpstr>
      <vt:lpstr>PowerPoint Presentation</vt:lpstr>
      <vt:lpstr>Data Modeling</vt:lpstr>
      <vt:lpstr>DAX Measures</vt:lpstr>
      <vt:lpstr>Flight Performance Measures</vt:lpstr>
      <vt:lpstr>Dashboard</vt:lpstr>
      <vt:lpstr>Dashboard Overview</vt:lpstr>
      <vt:lpstr>Visualizations Used</vt:lpstr>
      <vt:lpstr>Key Findings</vt:lpstr>
      <vt:lpstr>PowerPoint Presentation</vt:lpstr>
      <vt:lpstr>Business Impact</vt:lpstr>
      <vt:lpstr>Project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Data Management and Analysis Using Power BI</dc:title>
  <dc:subject/>
  <dc:creator/>
  <cp:keywords/>
  <dc:description>generated using python-pptx</dc:description>
  <cp:lastModifiedBy>DELL</cp:lastModifiedBy>
  <cp:revision>12</cp:revision>
  <dcterms:created xsi:type="dcterms:W3CDTF">2013-01-27T09:14:16Z</dcterms:created>
  <dcterms:modified xsi:type="dcterms:W3CDTF">2026-06-08T15:34:00Z</dcterms:modified>
  <cp:category/>
</cp:coreProperties>
</file>